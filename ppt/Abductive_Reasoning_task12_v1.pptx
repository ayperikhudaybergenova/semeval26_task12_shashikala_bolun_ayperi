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6" r:id="rId6"/>
    <p:sldId id="260" r:id="rId7"/>
    <p:sldId id="268" r:id="rId8"/>
    <p:sldId id="263" r:id="rId9"/>
    <p:sldId id="264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AF5A"/>
    <a:srgbClr val="DDB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03C29E-7F61-488A-ADDE-24D1EF20EC55}" v="15" dt="2025-11-27T18:43:49.4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13" autoAdjust="0"/>
  </p:normalViewPr>
  <p:slideViewPr>
    <p:cSldViewPr snapToGrid="0">
      <p:cViewPr varScale="1">
        <p:scale>
          <a:sx n="71" d="100"/>
          <a:sy n="71" d="100"/>
        </p:scale>
        <p:origin x="178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46F76F8-8855-EABA-1C29-D015605463B4}"/>
    <pc:docChg chg="modSld">
      <pc:chgData name="Guest User" userId="" providerId="Windows Live" clId="Web-{D46F76F8-8855-EABA-1C29-D015605463B4}" dt="2025-11-26T13:03:04.623" v="5" actId="1076"/>
      <pc:docMkLst>
        <pc:docMk/>
      </pc:docMkLst>
      <pc:sldChg chg="modSp">
        <pc:chgData name="Guest User" userId="" providerId="Windows Live" clId="Web-{D46F76F8-8855-EABA-1C29-D015605463B4}" dt="2025-11-26T13:03:04.623" v="5" actId="1076"/>
        <pc:sldMkLst>
          <pc:docMk/>
          <pc:sldMk cId="0" sldId="256"/>
        </pc:sldMkLst>
        <pc:picChg chg="mod">
          <ac:chgData name="Guest User" userId="" providerId="Windows Live" clId="Web-{D46F76F8-8855-EABA-1C29-D015605463B4}" dt="2025-11-26T13:03:04.623" v="5" actId="1076"/>
          <ac:picMkLst>
            <pc:docMk/>
            <pc:sldMk cId="0" sldId="256"/>
            <ac:picMk id="9" creationId="{65CDFF66-4AD1-218D-F770-3241E7BB8AF1}"/>
          </ac:picMkLst>
        </pc:picChg>
      </pc:sldChg>
    </pc:docChg>
  </pc:docChgLst>
  <pc:docChgLst>
    <pc:chgData name="Shashikala S" userId="938c5316f3972cf5" providerId="Windows Live" clId="Web-{22E50CFE-3E33-D036-480A-274409E55056}"/>
    <pc:docChg chg="modSld">
      <pc:chgData name="Shashikala S" userId="938c5316f3972cf5" providerId="Windows Live" clId="Web-{22E50CFE-3E33-D036-480A-274409E55056}" dt="2025-11-25T13:01:21.205" v="30"/>
      <pc:docMkLst>
        <pc:docMk/>
      </pc:docMkLst>
    </pc:docChg>
  </pc:docChgLst>
  <pc:docChgLst>
    <pc:chgData name="来宾用户" providerId="Windows Live" clId="Web-{AB34FC02-8818-440C-1800-4ECBCECABFC9}"/>
    <pc:docChg chg="modSld">
      <pc:chgData name="来宾用户" userId="" providerId="Windows Live" clId="Web-{AB34FC02-8818-440C-1800-4ECBCECABFC9}" dt="2025-11-25T17:40:52.984" v="3" actId="20577"/>
      <pc:docMkLst>
        <pc:docMk/>
      </pc:docMkLst>
      <pc:sldChg chg="modSp">
        <pc:chgData name="来宾用户" userId="" providerId="Windows Live" clId="Web-{AB34FC02-8818-440C-1800-4ECBCECABFC9}" dt="2025-11-25T17:40:52.984" v="3" actId="20577"/>
        <pc:sldMkLst>
          <pc:docMk/>
          <pc:sldMk cId="0" sldId="263"/>
        </pc:sldMkLst>
        <pc:spChg chg="mod">
          <ac:chgData name="来宾用户" userId="" providerId="Windows Live" clId="Web-{AB34FC02-8818-440C-1800-4ECBCECABFC9}" dt="2025-11-25T17:40:52.984" v="3" actId="20577"/>
          <ac:spMkLst>
            <pc:docMk/>
            <pc:sldMk cId="0" sldId="263"/>
            <ac:spMk id="3" creationId="{00000000-0000-0000-0000-000000000000}"/>
          </ac:spMkLst>
        </pc:spChg>
      </pc:sldChg>
    </pc:docChg>
  </pc:docChgLst>
  <pc:docChgLst>
    <pc:chgData name="Shashikala S" userId="938c5316f3972cf5" providerId="LiveId" clId="{EB1143B9-0F2E-44B5-A17D-6367B87F1783}"/>
    <pc:docChg chg="undo redo custSel addSld delSld modSld sldOrd">
      <pc:chgData name="Shashikala S" userId="938c5316f3972cf5" providerId="LiveId" clId="{EB1143B9-0F2E-44B5-A17D-6367B87F1783}" dt="2025-11-27T18:43:49.478" v="1463" actId="478"/>
      <pc:docMkLst>
        <pc:docMk/>
      </pc:docMkLst>
      <pc:sldChg chg="modSp mod">
        <pc:chgData name="Shashikala S" userId="938c5316f3972cf5" providerId="LiveId" clId="{EB1143B9-0F2E-44B5-A17D-6367B87F1783}" dt="2025-11-25T12:03:32.703" v="932" actId="14100"/>
        <pc:sldMkLst>
          <pc:docMk/>
          <pc:sldMk cId="0" sldId="256"/>
        </pc:sldMkLst>
        <pc:spChg chg="mod">
          <ac:chgData name="Shashikala S" userId="938c5316f3972cf5" providerId="LiveId" clId="{EB1143B9-0F2E-44B5-A17D-6367B87F1783}" dt="2025-11-25T12:03:23.463" v="930" actId="1037"/>
          <ac:spMkLst>
            <pc:docMk/>
            <pc:sldMk cId="0" sldId="256"/>
            <ac:spMk id="2" creationId="{00000000-0000-0000-0000-000000000000}"/>
          </ac:spMkLst>
        </pc:spChg>
        <pc:picChg chg="mod">
          <ac:chgData name="Shashikala S" userId="938c5316f3972cf5" providerId="LiveId" clId="{EB1143B9-0F2E-44B5-A17D-6367B87F1783}" dt="2025-11-25T12:03:32.703" v="932" actId="14100"/>
          <ac:picMkLst>
            <pc:docMk/>
            <pc:sldMk cId="0" sldId="256"/>
            <ac:picMk id="9" creationId="{65CDFF66-4AD1-218D-F770-3241E7BB8AF1}"/>
          </ac:picMkLst>
        </pc:picChg>
      </pc:sldChg>
      <pc:sldChg chg="addSp delSp modSp mod setBg">
        <pc:chgData name="Shashikala S" userId="938c5316f3972cf5" providerId="LiveId" clId="{EB1143B9-0F2E-44B5-A17D-6367B87F1783}" dt="2025-11-25T13:17:34.932" v="1295" actId="27636"/>
        <pc:sldMkLst>
          <pc:docMk/>
          <pc:sldMk cId="0" sldId="257"/>
        </pc:sldMkLst>
        <pc:spChg chg="mod ord">
          <ac:chgData name="Shashikala S" userId="938c5316f3972cf5" providerId="LiveId" clId="{EB1143B9-0F2E-44B5-A17D-6367B87F1783}" dt="2025-11-25T13:17:34.932" v="1295" actId="27636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Shashikala S" userId="938c5316f3972cf5" providerId="LiveId" clId="{EB1143B9-0F2E-44B5-A17D-6367B87F1783}" dt="2025-11-25T11:49:56.360" v="706" actId="113"/>
          <ac:spMkLst>
            <pc:docMk/>
            <pc:sldMk cId="0" sldId="257"/>
            <ac:spMk id="3" creationId="{00000000-0000-0000-0000-000000000000}"/>
          </ac:spMkLst>
        </pc:spChg>
        <pc:spChg chg="add">
          <ac:chgData name="Shashikala S" userId="938c5316f3972cf5" providerId="LiveId" clId="{EB1143B9-0F2E-44B5-A17D-6367B87F1783}" dt="2025-11-25T10:39:42.078" v="349" actId="26606"/>
          <ac:spMkLst>
            <pc:docMk/>
            <pc:sldMk cId="0" sldId="257"/>
            <ac:spMk id="64" creationId="{F821940F-7A1D-4ACC-85B4-A932898ABB37}"/>
          </ac:spMkLst>
        </pc:spChg>
        <pc:spChg chg="add">
          <ac:chgData name="Shashikala S" userId="938c5316f3972cf5" providerId="LiveId" clId="{EB1143B9-0F2E-44B5-A17D-6367B87F1783}" dt="2025-11-25T10:39:42.078" v="349" actId="26606"/>
          <ac:spMkLst>
            <pc:docMk/>
            <pc:sldMk cId="0" sldId="257"/>
            <ac:spMk id="66" creationId="{16674508-81D3-48CF-96BF-7FC60EAA572A}"/>
          </ac:spMkLst>
        </pc:spChg>
        <pc:picChg chg="add mod ord">
          <ac:chgData name="Shashikala S" userId="938c5316f3972cf5" providerId="LiveId" clId="{EB1143B9-0F2E-44B5-A17D-6367B87F1783}" dt="2025-11-25T10:39:42.078" v="349" actId="26606"/>
          <ac:picMkLst>
            <pc:docMk/>
            <pc:sldMk cId="0" sldId="257"/>
            <ac:picMk id="12" creationId="{CDDDC22E-D2CB-D837-3C33-6BE8A05AD5C5}"/>
          </ac:picMkLst>
        </pc:picChg>
      </pc:sldChg>
      <pc:sldChg chg="addSp delSp modSp mod ord setBg">
        <pc:chgData name="Shashikala S" userId="938c5316f3972cf5" providerId="LiveId" clId="{EB1143B9-0F2E-44B5-A17D-6367B87F1783}" dt="2025-11-25T13:17:27.039" v="1293" actId="1076"/>
        <pc:sldMkLst>
          <pc:docMk/>
          <pc:sldMk cId="0" sldId="258"/>
        </pc:sldMkLst>
        <pc:spChg chg="mod">
          <ac:chgData name="Shashikala S" userId="938c5316f3972cf5" providerId="LiveId" clId="{EB1143B9-0F2E-44B5-A17D-6367B87F1783}" dt="2025-11-25T13:17:27.039" v="1293" actId="1076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Shashikala S" userId="938c5316f3972cf5" providerId="LiveId" clId="{EB1143B9-0F2E-44B5-A17D-6367B87F1783}" dt="2025-11-25T11:50:56.252" v="713" actId="255"/>
          <ac:spMkLst>
            <pc:docMk/>
            <pc:sldMk cId="0" sldId="258"/>
            <ac:spMk id="3" creationId="{00000000-0000-0000-0000-000000000000}"/>
          </ac:spMkLst>
        </pc:spChg>
        <pc:spChg chg="add">
          <ac:chgData name="Shashikala S" userId="938c5316f3972cf5" providerId="LiveId" clId="{EB1143B9-0F2E-44B5-A17D-6367B87F1783}" dt="2025-11-25T11:33:33.830" v="589" actId="26606"/>
          <ac:spMkLst>
            <pc:docMk/>
            <pc:sldMk cId="0" sldId="258"/>
            <ac:spMk id="82" creationId="{5D13CC36-B950-4F02-9BAF-9A7EB267398C}"/>
          </ac:spMkLst>
        </pc:spChg>
        <pc:spChg chg="add">
          <ac:chgData name="Shashikala S" userId="938c5316f3972cf5" providerId="LiveId" clId="{EB1143B9-0F2E-44B5-A17D-6367B87F1783}" dt="2025-11-25T11:33:33.830" v="589" actId="26606"/>
          <ac:spMkLst>
            <pc:docMk/>
            <pc:sldMk cId="0" sldId="258"/>
            <ac:spMk id="83" creationId="{4F2E2428-58BA-458D-AA54-05502E63F32F}"/>
          </ac:spMkLst>
        </pc:spChg>
      </pc:sldChg>
      <pc:sldChg chg="addSp delSp modSp mod setBg">
        <pc:chgData name="Shashikala S" userId="938c5316f3972cf5" providerId="LiveId" clId="{EB1143B9-0F2E-44B5-A17D-6367B87F1783}" dt="2025-11-25T13:17:53.019" v="1298" actId="1076"/>
        <pc:sldMkLst>
          <pc:docMk/>
          <pc:sldMk cId="0" sldId="259"/>
        </pc:sldMkLst>
        <pc:spChg chg="mod">
          <ac:chgData name="Shashikala S" userId="938c5316f3972cf5" providerId="LiveId" clId="{EB1143B9-0F2E-44B5-A17D-6367B87F1783}" dt="2025-11-25T13:17:53.019" v="1298" actId="1076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Shashikala S" userId="938c5316f3972cf5" providerId="LiveId" clId="{EB1143B9-0F2E-44B5-A17D-6367B87F1783}" dt="2025-11-25T11:52:40.696" v="739" actId="14100"/>
          <ac:spMkLst>
            <pc:docMk/>
            <pc:sldMk cId="0" sldId="259"/>
            <ac:spMk id="3" creationId="{00000000-0000-0000-0000-000000000000}"/>
          </ac:spMkLst>
        </pc:spChg>
        <pc:spChg chg="add">
          <ac:chgData name="Shashikala S" userId="938c5316f3972cf5" providerId="LiveId" clId="{EB1143B9-0F2E-44B5-A17D-6367B87F1783}" dt="2025-11-25T10:38:00.463" v="330" actId="26606"/>
          <ac:spMkLst>
            <pc:docMk/>
            <pc:sldMk cId="0" sldId="259"/>
            <ac:spMk id="80" creationId="{131BAD53-4E89-4F62-BBB7-26359763ED39}"/>
          </ac:spMkLst>
        </pc:spChg>
        <pc:spChg chg="add">
          <ac:chgData name="Shashikala S" userId="938c5316f3972cf5" providerId="LiveId" clId="{EB1143B9-0F2E-44B5-A17D-6367B87F1783}" dt="2025-11-25T10:38:00.463" v="330" actId="26606"/>
          <ac:spMkLst>
            <pc:docMk/>
            <pc:sldMk cId="0" sldId="259"/>
            <ac:spMk id="82" creationId="{62756DA2-40EB-4C6F-B962-5822FFB54FB6}"/>
          </ac:spMkLst>
        </pc:spChg>
        <pc:picChg chg="add mod ord">
          <ac:chgData name="Shashikala S" userId="938c5316f3972cf5" providerId="LiveId" clId="{EB1143B9-0F2E-44B5-A17D-6367B87F1783}" dt="2025-11-25T11:52:52.126" v="740" actId="1440"/>
          <ac:picMkLst>
            <pc:docMk/>
            <pc:sldMk cId="0" sldId="259"/>
            <ac:picMk id="5" creationId="{747E8955-FCD7-C6E6-4360-120994CEA66A}"/>
          </ac:picMkLst>
        </pc:picChg>
        <pc:picChg chg="add mod">
          <ac:chgData name="Shashikala S" userId="938c5316f3972cf5" providerId="LiveId" clId="{EB1143B9-0F2E-44B5-A17D-6367B87F1783}" dt="2025-11-25T11:52:32.497" v="738" actId="1440"/>
          <ac:picMkLst>
            <pc:docMk/>
            <pc:sldMk cId="0" sldId="259"/>
            <ac:picMk id="7" creationId="{9285799E-ABE2-627C-2E31-98F21EAAA1D0}"/>
          </ac:picMkLst>
        </pc:picChg>
      </pc:sldChg>
      <pc:sldChg chg="addSp delSp modSp mod setBg">
        <pc:chgData name="Shashikala S" userId="938c5316f3972cf5" providerId="LiveId" clId="{EB1143B9-0F2E-44B5-A17D-6367B87F1783}" dt="2025-11-25T13:18:13.268" v="1302"/>
        <pc:sldMkLst>
          <pc:docMk/>
          <pc:sldMk cId="0" sldId="260"/>
        </pc:sldMkLst>
        <pc:spChg chg="mod">
          <ac:chgData name="Shashikala S" userId="938c5316f3972cf5" providerId="LiveId" clId="{EB1143B9-0F2E-44B5-A17D-6367B87F1783}" dt="2025-11-25T13:18:13.268" v="1302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Shashikala S" userId="938c5316f3972cf5" providerId="LiveId" clId="{EB1143B9-0F2E-44B5-A17D-6367B87F1783}" dt="2025-11-25T12:23:23.927" v="1094" actId="1076"/>
          <ac:spMkLst>
            <pc:docMk/>
            <pc:sldMk cId="0" sldId="260"/>
            <ac:spMk id="6" creationId="{2E26B69C-6D23-9438-0540-AF2D0FB441AC}"/>
          </ac:spMkLst>
        </pc:spChg>
        <pc:spChg chg="add">
          <ac:chgData name="Shashikala S" userId="938c5316f3972cf5" providerId="LiveId" clId="{EB1143B9-0F2E-44B5-A17D-6367B87F1783}" dt="2025-11-25T12:19:58.173" v="1057" actId="26606"/>
          <ac:spMkLst>
            <pc:docMk/>
            <pc:sldMk cId="0" sldId="260"/>
            <ac:spMk id="137" creationId="{00A0D747-F38B-4A99-9985-62CE8C24765F}"/>
          </ac:spMkLst>
        </pc:spChg>
        <pc:spChg chg="add">
          <ac:chgData name="Shashikala S" userId="938c5316f3972cf5" providerId="LiveId" clId="{EB1143B9-0F2E-44B5-A17D-6367B87F1783}" dt="2025-11-25T12:19:58.173" v="1057" actId="26606"/>
          <ac:spMkLst>
            <pc:docMk/>
            <pc:sldMk cId="0" sldId="260"/>
            <ac:spMk id="139" creationId="{3D1BF32B-6CA3-4695-8A0C-1AC789B58D94}"/>
          </ac:spMkLst>
        </pc:spChg>
      </pc:sldChg>
      <pc:sldChg chg="addSp delSp modSp del mod setBg">
        <pc:chgData name="Shashikala S" userId="938c5316f3972cf5" providerId="LiveId" clId="{EB1143B9-0F2E-44B5-A17D-6367B87F1783}" dt="2025-11-26T16:23:26.892" v="1321" actId="47"/>
        <pc:sldMkLst>
          <pc:docMk/>
          <pc:sldMk cId="0" sldId="261"/>
        </pc:sldMkLst>
      </pc:sldChg>
      <pc:sldChg chg="addSp delSp modSp del mod setBg">
        <pc:chgData name="Shashikala S" userId="938c5316f3972cf5" providerId="LiveId" clId="{EB1143B9-0F2E-44B5-A17D-6367B87F1783}" dt="2025-11-26T16:23:31.282" v="1322" actId="47"/>
        <pc:sldMkLst>
          <pc:docMk/>
          <pc:sldMk cId="0" sldId="262"/>
        </pc:sldMkLst>
      </pc:sldChg>
      <pc:sldChg chg="addSp delSp modSp add del mod ord setBg delDesignElem">
        <pc:chgData name="Shashikala S" userId="938c5316f3972cf5" providerId="LiveId" clId="{EB1143B9-0F2E-44B5-A17D-6367B87F1783}" dt="2025-11-26T20:52:44.225" v="1462" actId="1076"/>
        <pc:sldMkLst>
          <pc:docMk/>
          <pc:sldMk cId="0" sldId="263"/>
        </pc:sldMkLst>
        <pc:spChg chg="mod">
          <ac:chgData name="Shashikala S" userId="938c5316f3972cf5" providerId="LiveId" clId="{EB1143B9-0F2E-44B5-A17D-6367B87F1783}" dt="2025-11-26T20:52:34.476" v="1459" actId="14100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Shashikala S" userId="938c5316f3972cf5" providerId="LiveId" clId="{EB1143B9-0F2E-44B5-A17D-6367B87F1783}" dt="2025-11-26T20:52:40.504" v="1461" actId="14100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Shashikala S" userId="938c5316f3972cf5" providerId="LiveId" clId="{EB1143B9-0F2E-44B5-A17D-6367B87F1783}" dt="2025-11-26T20:49:40.950" v="1431" actId="26606"/>
          <ac:spMkLst>
            <pc:docMk/>
            <pc:sldMk cId="0" sldId="263"/>
            <ac:spMk id="9" creationId="{98E79BE4-34FE-485A-98A5-92CE8F7C4743}"/>
          </ac:spMkLst>
        </pc:spChg>
        <pc:spChg chg="add del">
          <ac:chgData name="Shashikala S" userId="938c5316f3972cf5" providerId="LiveId" clId="{EB1143B9-0F2E-44B5-A17D-6367B87F1783}" dt="2025-11-26T20:49:40.950" v="1431" actId="26606"/>
          <ac:spMkLst>
            <pc:docMk/>
            <pc:sldMk cId="0" sldId="263"/>
            <ac:spMk id="11" creationId="{0288C6B4-AFC3-407F-A595-EFFD38D4CCAF}"/>
          </ac:spMkLst>
        </pc:spChg>
        <pc:spChg chg="add del">
          <ac:chgData name="Shashikala S" userId="938c5316f3972cf5" providerId="LiveId" clId="{EB1143B9-0F2E-44B5-A17D-6367B87F1783}" dt="2025-11-26T20:49:40.950" v="1431" actId="26606"/>
          <ac:spMkLst>
            <pc:docMk/>
            <pc:sldMk cId="0" sldId="263"/>
            <ac:spMk id="13" creationId="{CF236821-17FE-429B-8D2C-08E13A64EA40}"/>
          </ac:spMkLst>
        </pc:spChg>
        <pc:spChg chg="add del">
          <ac:chgData name="Shashikala S" userId="938c5316f3972cf5" providerId="LiveId" clId="{EB1143B9-0F2E-44B5-A17D-6367B87F1783}" dt="2025-11-26T20:49:40.950" v="1431" actId="26606"/>
          <ac:spMkLst>
            <pc:docMk/>
            <pc:sldMk cId="0" sldId="263"/>
            <ac:spMk id="14" creationId="{7A5F0580-5EE9-419F-96EE-B6529EF6E7D0}"/>
          </ac:spMkLst>
        </pc:spChg>
        <pc:spChg chg="add del">
          <ac:chgData name="Shashikala S" userId="938c5316f3972cf5" providerId="LiveId" clId="{EB1143B9-0F2E-44B5-A17D-6367B87F1783}" dt="2025-11-26T20:49:40.950" v="1431" actId="26606"/>
          <ac:spMkLst>
            <pc:docMk/>
            <pc:sldMk cId="0" sldId="263"/>
            <ac:spMk id="15" creationId="{C0BDBCD2-E081-43AB-9119-C55465E59757}"/>
          </ac:spMkLst>
        </pc:spChg>
        <pc:spChg chg="add del">
          <ac:chgData name="Shashikala S" userId="938c5316f3972cf5" providerId="LiveId" clId="{EB1143B9-0F2E-44B5-A17D-6367B87F1783}" dt="2025-11-26T20:49:48.350" v="1434" actId="26606"/>
          <ac:spMkLst>
            <pc:docMk/>
            <pc:sldMk cId="0" sldId="263"/>
            <ac:spMk id="18" creationId="{F821940F-7A1D-4ACC-85B4-A932898ABB37}"/>
          </ac:spMkLst>
        </pc:spChg>
        <pc:spChg chg="add del">
          <ac:chgData name="Shashikala S" userId="938c5316f3972cf5" providerId="LiveId" clId="{EB1143B9-0F2E-44B5-A17D-6367B87F1783}" dt="2025-11-26T20:49:48.350" v="1434" actId="26606"/>
          <ac:spMkLst>
            <pc:docMk/>
            <pc:sldMk cId="0" sldId="263"/>
            <ac:spMk id="20" creationId="{16674508-81D3-48CF-96BF-7FC60EAA572A}"/>
          </ac:spMkLst>
        </pc:spChg>
        <pc:spChg chg="add del">
          <ac:chgData name="Shashikala S" userId="938c5316f3972cf5" providerId="LiveId" clId="{EB1143B9-0F2E-44B5-A17D-6367B87F1783}" dt="2025-11-26T20:50:08.479" v="1437" actId="26606"/>
          <ac:spMkLst>
            <pc:docMk/>
            <pc:sldMk cId="0" sldId="263"/>
            <ac:spMk id="25" creationId="{131BAD53-4E89-4F62-BBB7-26359763ED39}"/>
          </ac:spMkLst>
        </pc:spChg>
        <pc:spChg chg="add del">
          <ac:chgData name="Shashikala S" userId="938c5316f3972cf5" providerId="LiveId" clId="{EB1143B9-0F2E-44B5-A17D-6367B87F1783}" dt="2025-11-26T20:50:08.479" v="1437" actId="26606"/>
          <ac:spMkLst>
            <pc:docMk/>
            <pc:sldMk cId="0" sldId="263"/>
            <ac:spMk id="27" creationId="{62756DA2-40EB-4C6F-B962-5822FFB54FB6}"/>
          </ac:spMkLst>
        </pc:spChg>
        <pc:spChg chg="add del">
          <ac:chgData name="Shashikala S" userId="938c5316f3972cf5" providerId="LiveId" clId="{EB1143B9-0F2E-44B5-A17D-6367B87F1783}" dt="2025-11-26T20:50:08.479" v="1437" actId="26606"/>
          <ac:spMkLst>
            <pc:docMk/>
            <pc:sldMk cId="0" sldId="263"/>
            <ac:spMk id="32" creationId="{7FEAE179-C525-48F3-AD47-0E9E2B6F2E2E}"/>
          </ac:spMkLst>
        </pc:spChg>
        <pc:spChg chg="add del">
          <ac:chgData name="Shashikala S" userId="938c5316f3972cf5" providerId="LiveId" clId="{EB1143B9-0F2E-44B5-A17D-6367B87F1783}" dt="2025-11-26T20:50:08.479" v="1437" actId="26606"/>
          <ac:spMkLst>
            <pc:docMk/>
            <pc:sldMk cId="0" sldId="263"/>
            <ac:spMk id="34" creationId="{95C8260E-968F-44E8-A823-ABB431311926}"/>
          </ac:spMkLst>
        </pc:spChg>
        <pc:spChg chg="add del">
          <ac:chgData name="Shashikala S" userId="938c5316f3972cf5" providerId="LiveId" clId="{EB1143B9-0F2E-44B5-A17D-6367B87F1783}" dt="2025-11-26T20:50:08.479" v="1437" actId="26606"/>
          <ac:spMkLst>
            <pc:docMk/>
            <pc:sldMk cId="0" sldId="263"/>
            <ac:spMk id="36" creationId="{2C1BBA94-3F40-40AA-8BB9-E69E25E537C1}"/>
          </ac:spMkLst>
        </pc:spChg>
        <pc:spChg chg="add del">
          <ac:chgData name="Shashikala S" userId="938c5316f3972cf5" providerId="LiveId" clId="{EB1143B9-0F2E-44B5-A17D-6367B87F1783}" dt="2025-11-26T20:50:08.479" v="1437" actId="26606"/>
          <ac:spMkLst>
            <pc:docMk/>
            <pc:sldMk cId="0" sldId="263"/>
            <ac:spMk id="38" creationId="{FE43805F-24A6-46A4-B19B-54F28347355C}"/>
          </ac:spMkLst>
        </pc:spChg>
        <pc:spChg chg="add del">
          <ac:chgData name="Shashikala S" userId="938c5316f3972cf5" providerId="LiveId" clId="{EB1143B9-0F2E-44B5-A17D-6367B87F1783}" dt="2025-11-26T20:48:00.192" v="1419"/>
          <ac:spMkLst>
            <pc:docMk/>
            <pc:sldMk cId="0" sldId="263"/>
            <ac:spMk id="58" creationId="{F821940F-7A1D-4ACC-85B4-A932898ABB37}"/>
          </ac:spMkLst>
        </pc:spChg>
        <pc:spChg chg="add del">
          <ac:chgData name="Shashikala S" userId="938c5316f3972cf5" providerId="LiveId" clId="{EB1143B9-0F2E-44B5-A17D-6367B87F1783}" dt="2025-11-26T20:48:00.192" v="1419"/>
          <ac:spMkLst>
            <pc:docMk/>
            <pc:sldMk cId="0" sldId="263"/>
            <ac:spMk id="60" creationId="{16674508-81D3-48CF-96BF-7FC60EAA572A}"/>
          </ac:spMkLst>
        </pc:spChg>
        <pc:picChg chg="add del mod ord">
          <ac:chgData name="Shashikala S" userId="938c5316f3972cf5" providerId="LiveId" clId="{EB1143B9-0F2E-44B5-A17D-6367B87F1783}" dt="2025-11-26T20:48:18.123" v="1422" actId="478"/>
          <ac:picMkLst>
            <pc:docMk/>
            <pc:sldMk cId="0" sldId="263"/>
            <ac:picMk id="5" creationId="{FF83F216-C371-239E-FDD7-AD28DA51F87A}"/>
          </ac:picMkLst>
        </pc:picChg>
        <pc:picChg chg="add mod modCrop">
          <ac:chgData name="Shashikala S" userId="938c5316f3972cf5" providerId="LiveId" clId="{EB1143B9-0F2E-44B5-A17D-6367B87F1783}" dt="2025-11-26T20:52:44.225" v="1462" actId="1076"/>
          <ac:picMkLst>
            <pc:docMk/>
            <pc:sldMk cId="0" sldId="263"/>
            <ac:picMk id="6" creationId="{FBA4D39B-792C-FDD7-03D8-A806B8A305CC}"/>
          </ac:picMkLst>
        </pc:picChg>
      </pc:sldChg>
      <pc:sldChg chg="addSp delSp modSp add del mod ord setBg delDesignElem">
        <pc:chgData name="Shashikala S" userId="938c5316f3972cf5" providerId="LiveId" clId="{EB1143B9-0F2E-44B5-A17D-6367B87F1783}" dt="2025-11-27T18:43:49.478" v="1463" actId="478"/>
        <pc:sldMkLst>
          <pc:docMk/>
          <pc:sldMk cId="0" sldId="264"/>
        </pc:sldMkLst>
        <pc:spChg chg="mod">
          <ac:chgData name="Shashikala S" userId="938c5316f3972cf5" providerId="LiveId" clId="{EB1143B9-0F2E-44B5-A17D-6367B87F1783}" dt="2025-11-25T13:16:46.817" v="1288"/>
          <ac:spMkLst>
            <pc:docMk/>
            <pc:sldMk cId="0" sldId="264"/>
            <ac:spMk id="2" creationId="{00000000-0000-0000-0000-000000000000}"/>
          </ac:spMkLst>
        </pc:spChg>
        <pc:spChg chg="add del">
          <ac:chgData name="Shashikala S" userId="938c5316f3972cf5" providerId="LiveId" clId="{EB1143B9-0F2E-44B5-A17D-6367B87F1783}" dt="2025-11-26T19:17:45.024" v="1386"/>
          <ac:spMkLst>
            <pc:docMk/>
            <pc:sldMk cId="0" sldId="264"/>
            <ac:spMk id="60" creationId="{6C4028FD-8BAA-4A19-BFDE-594D991B7552}"/>
          </ac:spMkLst>
        </pc:spChg>
        <pc:graphicFrameChg chg="add mod modGraphic">
          <ac:chgData name="Shashikala S" userId="938c5316f3972cf5" providerId="LiveId" clId="{EB1143B9-0F2E-44B5-A17D-6367B87F1783}" dt="2025-11-27T18:43:49.478" v="1463" actId="478"/>
          <ac:graphicFrameMkLst>
            <pc:docMk/>
            <pc:sldMk cId="0" sldId="264"/>
            <ac:graphicFrameMk id="46" creationId="{4FBF636A-D0D7-B85F-8BFB-FC57F65AB0D1}"/>
          </ac:graphicFrameMkLst>
        </pc:graphicFrameChg>
      </pc:sldChg>
      <pc:sldChg chg="addSp delSp modSp new mod setBg addAnim">
        <pc:chgData name="Shashikala S" userId="938c5316f3972cf5" providerId="LiveId" clId="{EB1143B9-0F2E-44B5-A17D-6367B87F1783}" dt="2025-11-25T13:18:06.555" v="1301" actId="14100"/>
        <pc:sldMkLst>
          <pc:docMk/>
          <pc:sldMk cId="4093029785" sldId="266"/>
        </pc:sldMkLst>
        <pc:spChg chg="mod ord">
          <ac:chgData name="Shashikala S" userId="938c5316f3972cf5" providerId="LiveId" clId="{EB1143B9-0F2E-44B5-A17D-6367B87F1783}" dt="2025-11-25T13:18:06.555" v="1301" actId="14100"/>
          <ac:spMkLst>
            <pc:docMk/>
            <pc:sldMk cId="4093029785" sldId="266"/>
            <ac:spMk id="2" creationId="{140AEE8C-2EEE-72B0-5FB4-7B6E48B86F88}"/>
          </ac:spMkLst>
        </pc:spChg>
        <pc:spChg chg="add">
          <ac:chgData name="Shashikala S" userId="938c5316f3972cf5" providerId="LiveId" clId="{EB1143B9-0F2E-44B5-A17D-6367B87F1783}" dt="2025-11-25T12:01:41.459" v="827" actId="26606"/>
          <ac:spMkLst>
            <pc:docMk/>
            <pc:sldMk cId="4093029785" sldId="266"/>
            <ac:spMk id="22" creationId="{B4916930-E76E-4100-9DCF-4981566A372A}"/>
          </ac:spMkLst>
        </pc:spChg>
        <pc:picChg chg="add mod modCrop">
          <ac:chgData name="Shashikala S" userId="938c5316f3972cf5" providerId="LiveId" clId="{EB1143B9-0F2E-44B5-A17D-6367B87F1783}" dt="2025-11-25T13:13:38.665" v="1257" actId="732"/>
          <ac:picMkLst>
            <pc:docMk/>
            <pc:sldMk cId="4093029785" sldId="266"/>
            <ac:picMk id="4" creationId="{F0F9E9A8-1ACF-7C1D-DF1E-617B950CD892}"/>
          </ac:picMkLst>
        </pc:picChg>
      </pc:sldChg>
      <pc:sldChg chg="addSp delSp modSp new mod setBg">
        <pc:chgData name="Shashikala S" userId="938c5316f3972cf5" providerId="LiveId" clId="{EB1143B9-0F2E-44B5-A17D-6367B87F1783}" dt="2025-11-25T13:16:32.768" v="1286"/>
        <pc:sldMkLst>
          <pc:docMk/>
          <pc:sldMk cId="1777653954" sldId="267"/>
        </pc:sldMkLst>
        <pc:spChg chg="mod">
          <ac:chgData name="Shashikala S" userId="938c5316f3972cf5" providerId="LiveId" clId="{EB1143B9-0F2E-44B5-A17D-6367B87F1783}" dt="2025-11-25T13:16:32.768" v="1286"/>
          <ac:spMkLst>
            <pc:docMk/>
            <pc:sldMk cId="1777653954" sldId="267"/>
            <ac:spMk id="2" creationId="{8E454DEF-A417-A181-4F7A-AB3D8BA1845D}"/>
          </ac:spMkLst>
        </pc:spChg>
        <pc:picChg chg="add mod">
          <ac:chgData name="Shashikala S" userId="938c5316f3972cf5" providerId="LiveId" clId="{EB1143B9-0F2E-44B5-A17D-6367B87F1783}" dt="2025-11-25T13:16:08.271" v="1284" actId="29295"/>
          <ac:picMkLst>
            <pc:docMk/>
            <pc:sldMk cId="1777653954" sldId="267"/>
            <ac:picMk id="5" creationId="{2FCC30FA-C5D4-7C4F-13F5-3963EFD45B02}"/>
          </ac:picMkLst>
        </pc:picChg>
      </pc:sldChg>
      <pc:sldChg chg="addSp delSp modSp new mod setBg">
        <pc:chgData name="Shashikala S" userId="938c5316f3972cf5" providerId="LiveId" clId="{EB1143B9-0F2E-44B5-A17D-6367B87F1783}" dt="2025-11-26T19:16:18.338" v="1384" actId="1076"/>
        <pc:sldMkLst>
          <pc:docMk/>
          <pc:sldMk cId="2834372423" sldId="268"/>
        </pc:sldMkLst>
        <pc:spChg chg="mod">
          <ac:chgData name="Shashikala S" userId="938c5316f3972cf5" providerId="LiveId" clId="{EB1143B9-0F2E-44B5-A17D-6367B87F1783}" dt="2025-11-26T19:16:14.695" v="1383" actId="1076"/>
          <ac:spMkLst>
            <pc:docMk/>
            <pc:sldMk cId="2834372423" sldId="268"/>
            <ac:spMk id="2" creationId="{C62520FA-764C-B054-5E35-7E6CE279ACC7}"/>
          </ac:spMkLst>
        </pc:spChg>
        <pc:spChg chg="add del mod">
          <ac:chgData name="Shashikala S" userId="938c5316f3972cf5" providerId="LiveId" clId="{EB1143B9-0F2E-44B5-A17D-6367B87F1783}" dt="2025-11-26T19:16:18.338" v="1384" actId="1076"/>
          <ac:spMkLst>
            <pc:docMk/>
            <pc:sldMk cId="2834372423" sldId="268"/>
            <ac:spMk id="3" creationId="{75ACEAF6-4E07-B90D-EAD7-1F56B3D4DBFC}"/>
          </ac:spMkLst>
        </pc:spChg>
        <pc:spChg chg="add del mod">
          <ac:chgData name="Shashikala S" userId="938c5316f3972cf5" providerId="LiveId" clId="{EB1143B9-0F2E-44B5-A17D-6367B87F1783}" dt="2025-11-26T19:11:34.434" v="1332" actId="478"/>
          <ac:spMkLst>
            <pc:docMk/>
            <pc:sldMk cId="2834372423" sldId="268"/>
            <ac:spMk id="4" creationId="{04542538-D3ED-3A7D-65A5-5443458C77B1}"/>
          </ac:spMkLst>
        </pc:spChg>
        <pc:spChg chg="add mod">
          <ac:chgData name="Shashikala S" userId="938c5316f3972cf5" providerId="LiveId" clId="{EB1143B9-0F2E-44B5-A17D-6367B87F1783}" dt="2025-11-26T19:11:33.145" v="1331" actId="478"/>
          <ac:spMkLst>
            <pc:docMk/>
            <pc:sldMk cId="2834372423" sldId="268"/>
            <ac:spMk id="5" creationId="{67E4EAD7-FBAC-B09C-962F-3A70F283AB26}"/>
          </ac:spMkLst>
        </pc:spChg>
        <pc:spChg chg="add del">
          <ac:chgData name="Shashikala S" userId="938c5316f3972cf5" providerId="LiveId" clId="{EB1143B9-0F2E-44B5-A17D-6367B87F1783}" dt="2025-11-26T19:14:25.997" v="1359" actId="26606"/>
          <ac:spMkLst>
            <pc:docMk/>
            <pc:sldMk cId="2834372423" sldId="268"/>
            <ac:spMk id="12" creationId="{C0763A76-9F1C-4FC5-82B7-DD475DA461B2}"/>
          </ac:spMkLst>
        </pc:spChg>
        <pc:spChg chg="add del">
          <ac:chgData name="Shashikala S" userId="938c5316f3972cf5" providerId="LiveId" clId="{EB1143B9-0F2E-44B5-A17D-6367B87F1783}" dt="2025-11-26T19:14:25.997" v="1359" actId="26606"/>
          <ac:spMkLst>
            <pc:docMk/>
            <pc:sldMk cId="2834372423" sldId="268"/>
            <ac:spMk id="14" creationId="{E81BF4F6-F2CF-4984-9D14-D6966D92F99F}"/>
          </ac:spMkLst>
        </pc:spChg>
        <pc:spChg chg="add">
          <ac:chgData name="Shashikala S" userId="938c5316f3972cf5" providerId="LiveId" clId="{EB1143B9-0F2E-44B5-A17D-6367B87F1783}" dt="2025-11-26T19:14:25.997" v="1359" actId="26606"/>
          <ac:spMkLst>
            <pc:docMk/>
            <pc:sldMk cId="2834372423" sldId="268"/>
            <ac:spMk id="19" creationId="{649C91A9-84E7-4BF0-9026-62F01380D853}"/>
          </ac:spMkLst>
        </pc:spChg>
        <pc:spChg chg="add">
          <ac:chgData name="Shashikala S" userId="938c5316f3972cf5" providerId="LiveId" clId="{EB1143B9-0F2E-44B5-A17D-6367B87F1783}" dt="2025-11-26T19:14:25.997" v="1359" actId="26606"/>
          <ac:spMkLst>
            <pc:docMk/>
            <pc:sldMk cId="2834372423" sldId="268"/>
            <ac:spMk id="21" creationId="{9B47378D-AD27-45D0-8C1C-5B1098DCC068}"/>
          </ac:spMkLst>
        </pc:spChg>
        <pc:picChg chg="add del mod modCrop">
          <ac:chgData name="Shashikala S" userId="938c5316f3972cf5" providerId="LiveId" clId="{EB1143B9-0F2E-44B5-A17D-6367B87F1783}" dt="2025-11-26T19:13:39.573" v="1350" actId="478"/>
          <ac:picMkLst>
            <pc:docMk/>
            <pc:sldMk cId="2834372423" sldId="268"/>
            <ac:picMk id="7" creationId="{2D319CDB-7DF7-77BB-A702-D48EB47D9FD2}"/>
          </ac:picMkLst>
        </pc:picChg>
        <pc:picChg chg="add del mod modCrop">
          <ac:chgData name="Shashikala S" userId="938c5316f3972cf5" providerId="LiveId" clId="{EB1143B9-0F2E-44B5-A17D-6367B87F1783}" dt="2025-11-26T19:14:56.295" v="1365" actId="478"/>
          <ac:picMkLst>
            <pc:docMk/>
            <pc:sldMk cId="2834372423" sldId="268"/>
            <ac:picMk id="9" creationId="{A87E22EE-A3DC-6B68-667D-E0FCD1A4C90C}"/>
          </ac:picMkLst>
        </pc:picChg>
        <pc:picChg chg="add mod modCrop">
          <ac:chgData name="Shashikala S" userId="938c5316f3972cf5" providerId="LiveId" clId="{EB1143B9-0F2E-44B5-A17D-6367B87F1783}" dt="2025-11-26T19:15:56.641" v="1382" actId="1440"/>
          <ac:picMkLst>
            <pc:docMk/>
            <pc:sldMk cId="2834372423" sldId="268"/>
            <ac:picMk id="11" creationId="{5412E014-26FF-A5F5-1D54-C6828DA9E7A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25C456-A77D-484B-84F4-00B70A5CC78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AC05EC9-D784-4254-AEF6-7D51E978D51E}">
      <dgm:prSet/>
      <dgm:spPr/>
      <dgm:t>
        <a:bodyPr/>
        <a:lstStyle/>
        <a:p>
          <a:pPr algn="ctr"/>
          <a:r>
            <a:rPr lang="en-US" b="1"/>
            <a:t>Qwen</a:t>
          </a:r>
          <a:r>
            <a:rPr lang="en-US"/>
            <a:t> : strong baseline</a:t>
          </a:r>
        </a:p>
        <a:p>
          <a:pPr algn="ctr"/>
          <a:r>
            <a:rPr lang="en-US"/>
            <a:t>improvements expected with tree-</a:t>
          </a:r>
          <a:r>
            <a:rPr lang="en-US" err="1"/>
            <a:t>CoT</a:t>
          </a:r>
          <a:endParaRPr lang="en-US"/>
        </a:p>
      </dgm:t>
    </dgm:pt>
    <dgm:pt modelId="{41B9B896-A341-4EA2-9361-4B8BEDE081F7}" type="parTrans" cxnId="{C7842AD4-B7A9-48BB-B8A6-132046B1C53B}">
      <dgm:prSet/>
      <dgm:spPr/>
      <dgm:t>
        <a:bodyPr/>
        <a:lstStyle/>
        <a:p>
          <a:endParaRPr lang="en-US"/>
        </a:p>
      </dgm:t>
    </dgm:pt>
    <dgm:pt modelId="{C4861675-6DD8-4D03-A1B2-E1C0ED205CA3}" type="sibTrans" cxnId="{C7842AD4-B7A9-48BB-B8A6-132046B1C53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3A581FD0-1C89-4369-9B2E-1D5250C62B9F}">
      <dgm:prSet/>
      <dgm:spPr/>
      <dgm:t>
        <a:bodyPr/>
        <a:lstStyle/>
        <a:p>
          <a:r>
            <a:rPr lang="en-US" dirty="0"/>
            <a:t>Test with diverse dataset</a:t>
          </a:r>
        </a:p>
      </dgm:t>
    </dgm:pt>
    <dgm:pt modelId="{F31F213C-9603-41BE-94B8-60E5E8DD5E46}" type="parTrans" cxnId="{27B6A3ED-8DBE-4824-8745-22CC22607FA2}">
      <dgm:prSet/>
      <dgm:spPr/>
      <dgm:t>
        <a:bodyPr/>
        <a:lstStyle/>
        <a:p>
          <a:endParaRPr lang="en-US"/>
        </a:p>
      </dgm:t>
    </dgm:pt>
    <dgm:pt modelId="{1616ACA3-6FF6-45CB-8B2B-D311E70561E4}" type="sibTrans" cxnId="{27B6A3ED-8DBE-4824-8745-22CC22607FA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FA82B9B5-2BDC-49AD-B706-3A214AE24142}" type="pres">
      <dgm:prSet presAssocID="{0325C456-A77D-484B-84F4-00B70A5CC78D}" presName="Name0" presStyleCnt="0">
        <dgm:presLayoutVars>
          <dgm:animLvl val="lvl"/>
          <dgm:resizeHandles val="exact"/>
        </dgm:presLayoutVars>
      </dgm:prSet>
      <dgm:spPr/>
    </dgm:pt>
    <dgm:pt modelId="{A9EAE7F6-2528-48A6-B58F-67B7A2B9D029}" type="pres">
      <dgm:prSet presAssocID="{5AC05EC9-D784-4254-AEF6-7D51E978D51E}" presName="compositeNode" presStyleCnt="0">
        <dgm:presLayoutVars>
          <dgm:bulletEnabled val="1"/>
        </dgm:presLayoutVars>
      </dgm:prSet>
      <dgm:spPr/>
    </dgm:pt>
    <dgm:pt modelId="{6F295221-A00C-4E5D-943B-D305434D735C}" type="pres">
      <dgm:prSet presAssocID="{5AC05EC9-D784-4254-AEF6-7D51E978D51E}" presName="bgRect" presStyleLbl="alignNode1" presStyleIdx="0" presStyleCnt="2"/>
      <dgm:spPr/>
    </dgm:pt>
    <dgm:pt modelId="{ECDF066A-50F8-4BC7-B44A-32BC30120E16}" type="pres">
      <dgm:prSet presAssocID="{C4861675-6DD8-4D03-A1B2-E1C0ED205CA3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CA4C05EF-814C-4FCF-A3DE-F8194D8785A6}" type="pres">
      <dgm:prSet presAssocID="{5AC05EC9-D784-4254-AEF6-7D51E978D51E}" presName="nodeRect" presStyleLbl="alignNode1" presStyleIdx="0" presStyleCnt="2">
        <dgm:presLayoutVars>
          <dgm:bulletEnabled val="1"/>
        </dgm:presLayoutVars>
      </dgm:prSet>
      <dgm:spPr/>
    </dgm:pt>
    <dgm:pt modelId="{B2C067C4-510C-480D-B65E-23BF3DF1C3D0}" type="pres">
      <dgm:prSet presAssocID="{C4861675-6DD8-4D03-A1B2-E1C0ED205CA3}" presName="sibTrans" presStyleCnt="0"/>
      <dgm:spPr/>
    </dgm:pt>
    <dgm:pt modelId="{A165548C-293B-4E67-B3BC-B109B335EDA5}" type="pres">
      <dgm:prSet presAssocID="{3A581FD0-1C89-4369-9B2E-1D5250C62B9F}" presName="compositeNode" presStyleCnt="0">
        <dgm:presLayoutVars>
          <dgm:bulletEnabled val="1"/>
        </dgm:presLayoutVars>
      </dgm:prSet>
      <dgm:spPr/>
    </dgm:pt>
    <dgm:pt modelId="{43FF3826-1165-4C8F-A043-90028E4EAC33}" type="pres">
      <dgm:prSet presAssocID="{3A581FD0-1C89-4369-9B2E-1D5250C62B9F}" presName="bgRect" presStyleLbl="alignNode1" presStyleIdx="1" presStyleCnt="2"/>
      <dgm:spPr/>
    </dgm:pt>
    <dgm:pt modelId="{B8DCB7E3-C353-476F-88AB-174E50C313E5}" type="pres">
      <dgm:prSet presAssocID="{1616ACA3-6FF6-45CB-8B2B-D311E70561E4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F894272E-D6F8-4994-80CB-62FC202A6ED0}" type="pres">
      <dgm:prSet presAssocID="{3A581FD0-1C89-4369-9B2E-1D5250C62B9F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7132B102-86E9-4774-8816-BFB4B08BF0F3}" type="presOf" srcId="{C4861675-6DD8-4D03-A1B2-E1C0ED205CA3}" destId="{ECDF066A-50F8-4BC7-B44A-32BC30120E16}" srcOrd="0" destOrd="0" presId="urn:microsoft.com/office/officeart/2016/7/layout/LinearBlockProcessNumbered"/>
    <dgm:cxn modelId="{A9A17B10-3E6D-4DB7-B9DA-23B725B9018F}" type="presOf" srcId="{1616ACA3-6FF6-45CB-8B2B-D311E70561E4}" destId="{B8DCB7E3-C353-476F-88AB-174E50C313E5}" srcOrd="0" destOrd="0" presId="urn:microsoft.com/office/officeart/2016/7/layout/LinearBlockProcessNumbered"/>
    <dgm:cxn modelId="{77AABE36-B5A4-4215-9156-027057CD9C0F}" type="presOf" srcId="{3A581FD0-1C89-4369-9B2E-1D5250C62B9F}" destId="{43FF3826-1165-4C8F-A043-90028E4EAC33}" srcOrd="0" destOrd="0" presId="urn:microsoft.com/office/officeart/2016/7/layout/LinearBlockProcessNumbered"/>
    <dgm:cxn modelId="{9ECFDC51-9D6A-46DF-B157-DAA6A2D0DDE0}" type="presOf" srcId="{3A581FD0-1C89-4369-9B2E-1D5250C62B9F}" destId="{F894272E-D6F8-4994-80CB-62FC202A6ED0}" srcOrd="1" destOrd="0" presId="urn:microsoft.com/office/officeart/2016/7/layout/LinearBlockProcessNumbered"/>
    <dgm:cxn modelId="{DF9C9B8B-C9C1-4FED-AAA4-6C879E5C0150}" type="presOf" srcId="{0325C456-A77D-484B-84F4-00B70A5CC78D}" destId="{FA82B9B5-2BDC-49AD-B706-3A214AE24142}" srcOrd="0" destOrd="0" presId="urn:microsoft.com/office/officeart/2016/7/layout/LinearBlockProcessNumbered"/>
    <dgm:cxn modelId="{C7842AD4-B7A9-48BB-B8A6-132046B1C53B}" srcId="{0325C456-A77D-484B-84F4-00B70A5CC78D}" destId="{5AC05EC9-D784-4254-AEF6-7D51E978D51E}" srcOrd="0" destOrd="0" parTransId="{41B9B896-A341-4EA2-9361-4B8BEDE081F7}" sibTransId="{C4861675-6DD8-4D03-A1B2-E1C0ED205CA3}"/>
    <dgm:cxn modelId="{D7F26BE5-A855-45B5-BDB4-B04610A4F109}" type="presOf" srcId="{5AC05EC9-D784-4254-AEF6-7D51E978D51E}" destId="{CA4C05EF-814C-4FCF-A3DE-F8194D8785A6}" srcOrd="1" destOrd="0" presId="urn:microsoft.com/office/officeart/2016/7/layout/LinearBlockProcessNumbered"/>
    <dgm:cxn modelId="{27B6A3ED-8DBE-4824-8745-22CC22607FA2}" srcId="{0325C456-A77D-484B-84F4-00B70A5CC78D}" destId="{3A581FD0-1C89-4369-9B2E-1D5250C62B9F}" srcOrd="1" destOrd="0" parTransId="{F31F213C-9603-41BE-94B8-60E5E8DD5E46}" sibTransId="{1616ACA3-6FF6-45CB-8B2B-D311E70561E4}"/>
    <dgm:cxn modelId="{FA6ECFFF-C45D-42D4-848A-5C00B974F875}" type="presOf" srcId="{5AC05EC9-D784-4254-AEF6-7D51E978D51E}" destId="{6F295221-A00C-4E5D-943B-D305434D735C}" srcOrd="0" destOrd="0" presId="urn:microsoft.com/office/officeart/2016/7/layout/LinearBlockProcessNumbered"/>
    <dgm:cxn modelId="{2CCD5B43-83A5-422C-AF52-4CE940565A48}" type="presParOf" srcId="{FA82B9B5-2BDC-49AD-B706-3A214AE24142}" destId="{A9EAE7F6-2528-48A6-B58F-67B7A2B9D029}" srcOrd="0" destOrd="0" presId="urn:microsoft.com/office/officeart/2016/7/layout/LinearBlockProcessNumbered"/>
    <dgm:cxn modelId="{9D0B5A70-A349-42F1-A4AA-145C1A806BAD}" type="presParOf" srcId="{A9EAE7F6-2528-48A6-B58F-67B7A2B9D029}" destId="{6F295221-A00C-4E5D-943B-D305434D735C}" srcOrd="0" destOrd="0" presId="urn:microsoft.com/office/officeart/2016/7/layout/LinearBlockProcessNumbered"/>
    <dgm:cxn modelId="{F279D4A0-73E3-415F-9EDB-03C952FEB605}" type="presParOf" srcId="{A9EAE7F6-2528-48A6-B58F-67B7A2B9D029}" destId="{ECDF066A-50F8-4BC7-B44A-32BC30120E16}" srcOrd="1" destOrd="0" presId="urn:microsoft.com/office/officeart/2016/7/layout/LinearBlockProcessNumbered"/>
    <dgm:cxn modelId="{6524B08B-D51B-456C-BE5A-8C017556B95B}" type="presParOf" srcId="{A9EAE7F6-2528-48A6-B58F-67B7A2B9D029}" destId="{CA4C05EF-814C-4FCF-A3DE-F8194D8785A6}" srcOrd="2" destOrd="0" presId="urn:microsoft.com/office/officeart/2016/7/layout/LinearBlockProcessNumbered"/>
    <dgm:cxn modelId="{EED458A4-C70D-4786-A090-2B5623AAA065}" type="presParOf" srcId="{FA82B9B5-2BDC-49AD-B706-3A214AE24142}" destId="{B2C067C4-510C-480D-B65E-23BF3DF1C3D0}" srcOrd="1" destOrd="0" presId="urn:microsoft.com/office/officeart/2016/7/layout/LinearBlockProcessNumbered"/>
    <dgm:cxn modelId="{2AC3E802-0C27-45EB-80ED-A4415A6DD62F}" type="presParOf" srcId="{FA82B9B5-2BDC-49AD-B706-3A214AE24142}" destId="{A165548C-293B-4E67-B3BC-B109B335EDA5}" srcOrd="2" destOrd="0" presId="urn:microsoft.com/office/officeart/2016/7/layout/LinearBlockProcessNumbered"/>
    <dgm:cxn modelId="{BF25D3FA-F479-4171-9742-8434898AAA2D}" type="presParOf" srcId="{A165548C-293B-4E67-B3BC-B109B335EDA5}" destId="{43FF3826-1165-4C8F-A043-90028E4EAC33}" srcOrd="0" destOrd="0" presId="urn:microsoft.com/office/officeart/2016/7/layout/LinearBlockProcessNumbered"/>
    <dgm:cxn modelId="{12666E92-06DE-45CC-906E-3A6ABC137FFC}" type="presParOf" srcId="{A165548C-293B-4E67-B3BC-B109B335EDA5}" destId="{B8DCB7E3-C353-476F-88AB-174E50C313E5}" srcOrd="1" destOrd="0" presId="urn:microsoft.com/office/officeart/2016/7/layout/LinearBlockProcessNumbered"/>
    <dgm:cxn modelId="{50AE562E-BB7F-41A1-B183-CC2872C1F012}" type="presParOf" srcId="{A165548C-293B-4E67-B3BC-B109B335EDA5}" destId="{F894272E-D6F8-4994-80CB-62FC202A6ED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95221-A00C-4E5D-943B-D305434D735C}">
      <dsp:nvSpPr>
        <dsp:cNvPr id="0" name=""/>
        <dsp:cNvSpPr/>
      </dsp:nvSpPr>
      <dsp:spPr>
        <a:xfrm>
          <a:off x="2464" y="0"/>
          <a:ext cx="3789312" cy="43513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4300" tIns="0" rIns="374300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Qwen</a:t>
          </a:r>
          <a:r>
            <a:rPr lang="en-US" sz="2600" kern="1200"/>
            <a:t> : strong baseline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improvements expected with tree-</a:t>
          </a:r>
          <a:r>
            <a:rPr lang="en-US" sz="2600" kern="1200" err="1"/>
            <a:t>CoT</a:t>
          </a:r>
          <a:endParaRPr lang="en-US" sz="2600" kern="1200"/>
        </a:p>
      </dsp:txBody>
      <dsp:txXfrm>
        <a:off x="2464" y="1740535"/>
        <a:ext cx="3789312" cy="2610802"/>
      </dsp:txXfrm>
    </dsp:sp>
    <dsp:sp modelId="{ECDF066A-50F8-4BC7-B44A-32BC30120E16}">
      <dsp:nvSpPr>
        <dsp:cNvPr id="0" name=""/>
        <dsp:cNvSpPr/>
      </dsp:nvSpPr>
      <dsp:spPr>
        <a:xfrm>
          <a:off x="2464" y="0"/>
          <a:ext cx="3789312" cy="1740535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4300" tIns="165100" rIns="37430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464" y="0"/>
        <a:ext cx="3789312" cy="1740535"/>
      </dsp:txXfrm>
    </dsp:sp>
    <dsp:sp modelId="{43FF3826-1165-4C8F-A043-90028E4EAC33}">
      <dsp:nvSpPr>
        <dsp:cNvPr id="0" name=""/>
        <dsp:cNvSpPr/>
      </dsp:nvSpPr>
      <dsp:spPr>
        <a:xfrm>
          <a:off x="4094922" y="0"/>
          <a:ext cx="3789312" cy="43513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4300" tIns="0" rIns="37430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Test with diverse dataset</a:t>
          </a:r>
        </a:p>
      </dsp:txBody>
      <dsp:txXfrm>
        <a:off x="4094922" y="1740535"/>
        <a:ext cx="3789312" cy="2610802"/>
      </dsp:txXfrm>
    </dsp:sp>
    <dsp:sp modelId="{B8DCB7E3-C353-476F-88AB-174E50C313E5}">
      <dsp:nvSpPr>
        <dsp:cNvPr id="0" name=""/>
        <dsp:cNvSpPr/>
      </dsp:nvSpPr>
      <dsp:spPr>
        <a:xfrm>
          <a:off x="4094922" y="0"/>
          <a:ext cx="3789312" cy="1740535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4300" tIns="165100" rIns="37430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4094922" y="0"/>
        <a:ext cx="3789312" cy="17405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FB942-ACBD-4E8B-A479-C9E09C13447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B4B6D-6137-4E6E-8810-1943EF42C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5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Why Abductive Event Reasoning?</a:t>
            </a:r>
            <a:endParaRPr lang="en-US"/>
          </a:p>
          <a:p>
            <a:r>
              <a:rPr lang="en-US"/>
              <a:t>Every day, global events—economic shifts, policy changes, disasters, tech breakthroughs—affect our world.</a:t>
            </a:r>
          </a:p>
          <a:p>
            <a:r>
              <a:rPr lang="en-US"/>
              <a:t>Understanding the </a:t>
            </a:r>
            <a:r>
              <a:rPr lang="en-US" i="1"/>
              <a:t>why</a:t>
            </a:r>
            <a:r>
              <a:rPr lang="en-US"/>
              <a:t> behind events is crucial for both humans and AI systems.</a:t>
            </a:r>
          </a:p>
          <a:p>
            <a:r>
              <a:rPr lang="en-US" b="1"/>
              <a:t>Challenge for LLMs:</a:t>
            </a:r>
            <a:endParaRPr lang="en-US"/>
          </a:p>
          <a:p>
            <a:r>
              <a:rPr lang="en-US"/>
              <a:t>LLMs excel in event extraction, summarization, prediction.</a:t>
            </a:r>
          </a:p>
          <a:p>
            <a:r>
              <a:rPr lang="en-US" b="1"/>
              <a:t>Limitation:</a:t>
            </a:r>
            <a:r>
              <a:rPr lang="en-US"/>
              <a:t> Struggle with abductive reasoning—identifying the most likely cause from incomplete or distributed information.</a:t>
            </a:r>
          </a:p>
          <a:p>
            <a:r>
              <a:rPr lang="en-US" b="1" err="1"/>
              <a:t>SemEval</a:t>
            </a:r>
            <a:r>
              <a:rPr lang="en-US" b="1"/>
              <a:t> 2026 Task 12:</a:t>
            </a:r>
            <a:endParaRPr lang="en-US"/>
          </a:p>
          <a:p>
            <a:r>
              <a:rPr lang="en-US"/>
              <a:t>Given an event (e.g., </a:t>
            </a:r>
            <a:r>
              <a:rPr lang="en-US" i="1"/>
              <a:t>“Cryptocurrency Market Prices Soar”</a:t>
            </a:r>
            <a:r>
              <a:rPr lang="en-US"/>
              <a:t>) and supporting documents, the model selects the most plausible direct cause (</a:t>
            </a:r>
            <a:r>
              <a:rPr lang="en-US" i="1"/>
              <a:t>“Government announces national cryptocurrency reserve”</a:t>
            </a:r>
            <a:r>
              <a:rPr lang="en-US"/>
              <a:t>).</a:t>
            </a:r>
          </a:p>
          <a:p>
            <a:r>
              <a:rPr lang="en-US"/>
              <a:t>Mirrors human reasoning under uncertainty: combining context, knowledge, and hypotheses.</a:t>
            </a:r>
          </a:p>
          <a:p>
            <a:r>
              <a:rPr lang="en-US" b="1"/>
              <a:t>Dataset &amp; Findings:</a:t>
            </a:r>
            <a:endParaRPr lang="en-US"/>
          </a:p>
          <a:p>
            <a:r>
              <a:rPr lang="en-US"/>
              <a:t>High-quality dataset covering politics, finance, and emergencies.</a:t>
            </a:r>
          </a:p>
          <a:p>
            <a:r>
              <a:rPr lang="en-US"/>
              <a:t>Causal options validated by both LLMs and human annotators.</a:t>
            </a:r>
          </a:p>
          <a:p>
            <a:r>
              <a:rPr lang="en-US"/>
              <a:t>Pilot experiments show even state-of-the-art LLMs face:</a:t>
            </a:r>
          </a:p>
          <a:p>
            <a:pPr lvl="1"/>
            <a:r>
              <a:rPr lang="en-US"/>
              <a:t>Semantic distraction</a:t>
            </a:r>
          </a:p>
          <a:p>
            <a:pPr lvl="1"/>
            <a:r>
              <a:rPr lang="en-US"/>
              <a:t>Plausible but incorrect answers</a:t>
            </a:r>
          </a:p>
          <a:p>
            <a:r>
              <a:rPr lang="en-US" b="1"/>
              <a:t>Impact:</a:t>
            </a:r>
            <a:endParaRPr lang="en-US"/>
          </a:p>
          <a:p>
            <a:r>
              <a:rPr lang="en-US"/>
              <a:t>Pushes LLMs toward structured, context-grounded reasoning.</a:t>
            </a:r>
          </a:p>
          <a:p>
            <a:r>
              <a:rPr lang="en-US"/>
              <a:t>Relevant for AI transparency, explainability, and real-world decision-making.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3B4B6D-6137-4E6E-8810-1943EF42CE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56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3B4B6D-6137-4E6E-8810-1943EF42CE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22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arxiv.org/html/2502.03671v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A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CDFF66-4AD1-218D-F770-3241E7BB8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6" y="399490"/>
            <a:ext cx="9144000" cy="3626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367" y="3824750"/>
            <a:ext cx="8323007" cy="2880850"/>
          </a:xfrm>
        </p:spPr>
        <p:txBody>
          <a:bodyPr>
            <a:normAutofit fontScale="90000"/>
          </a:bodyPr>
          <a:lstStyle/>
          <a:p>
            <a:r>
              <a:rPr sz="2000" b="1" err="1">
                <a:solidFill>
                  <a:schemeClr val="bg1"/>
                </a:solidFill>
              </a:rPr>
              <a:t>SemEval</a:t>
            </a:r>
            <a:r>
              <a:rPr sz="2000" b="1">
                <a:solidFill>
                  <a:schemeClr val="bg1"/>
                </a:solidFill>
              </a:rPr>
              <a:t> 2026</a:t>
            </a:r>
            <a:br>
              <a:rPr lang="en-US" sz="1000">
                <a:solidFill>
                  <a:schemeClr val="bg1"/>
                </a:solidFill>
              </a:rPr>
            </a:br>
            <a:r>
              <a:rPr sz="1000">
                <a:solidFill>
                  <a:schemeClr val="bg1"/>
                </a:solidFill>
              </a:rPr>
              <a:t> </a:t>
            </a:r>
            <a:r>
              <a:rPr lang="en-US" sz="3600" b="1">
                <a:solidFill>
                  <a:schemeClr val="bg1"/>
                </a:solidFill>
              </a:rPr>
              <a:t>Abductive Event Reasoning: Towards Real-World Event Causal Inference for Large Language Models</a:t>
            </a:r>
            <a:br>
              <a:rPr lang="en-US" sz="3600">
                <a:solidFill>
                  <a:schemeClr val="bg1"/>
                </a:solidFill>
              </a:rPr>
            </a:br>
            <a:br>
              <a:rPr lang="en-US" sz="3600">
                <a:solidFill>
                  <a:schemeClr val="bg1"/>
                </a:solidFill>
              </a:rPr>
            </a:br>
            <a:endParaRPr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61161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588" y="0"/>
            <a:ext cx="5160770" cy="1322887"/>
          </a:xfrm>
        </p:spPr>
        <p:txBody>
          <a:bodyPr>
            <a:normAutofit/>
          </a:bodyPr>
          <a:lstStyle/>
          <a:p>
            <a:r>
              <a:rPr lang="en-US" b="1"/>
              <a:t>TASK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86" y="1158240"/>
            <a:ext cx="8809703" cy="5750594"/>
          </a:xfrm>
        </p:spPr>
        <p:txBody>
          <a:bodyPr>
            <a:noAutofit/>
          </a:bodyPr>
          <a:lstStyle/>
          <a:p>
            <a:pPr marL="0" indent="0" algn="just">
              <a:lnSpc>
                <a:spcPct val="90000"/>
              </a:lnSpc>
              <a:buNone/>
            </a:pPr>
            <a:endParaRPr lang="en-US" sz="1800"/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800"/>
              <a:t>LLMs struggle with </a:t>
            </a:r>
            <a:r>
              <a:rPr lang="en-US" sz="1800" b="1"/>
              <a:t>Abductive Reasoning</a:t>
            </a:r>
            <a:r>
              <a:rPr lang="en-US" sz="1800"/>
              <a:t> (inferring the most likely </a:t>
            </a:r>
            <a:r>
              <a:rPr lang="en-US" sz="1800" i="1"/>
              <a:t>cause</a:t>
            </a:r>
            <a:r>
              <a:rPr lang="en-US" sz="1800"/>
              <a:t> from an outcome).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800"/>
              <a:t>This limits LLMs in high-stakes areas: </a:t>
            </a:r>
            <a:r>
              <a:rPr lang="en-US" sz="1800" b="1"/>
              <a:t>Crisis Response, Misinformation Detection, Policy Impact.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800"/>
              <a:t>The model must select the </a:t>
            </a:r>
            <a:r>
              <a:rPr lang="en-US" sz="1800" b="1"/>
              <a:t>most plausible, direct cause</a:t>
            </a:r>
            <a:r>
              <a:rPr lang="en-US" sz="1800"/>
              <a:t> for a given real-world event, using provided evidence.</a:t>
            </a:r>
            <a:endParaRPr lang="en-US" sz="1800" b="1"/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800" b="1"/>
              <a:t>Goal</a:t>
            </a:r>
            <a:r>
              <a:rPr lang="en-US" sz="1800"/>
              <a:t>: Choose the most plausible cause for a given event by Enhance LLMs’ reasoning 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800" b="1"/>
              <a:t>Focus</a:t>
            </a:r>
            <a:r>
              <a:rPr lang="en-US" sz="1800"/>
              <a:t>: Inferring the most plausible causes behind real-world events.</a:t>
            </a:r>
          </a:p>
          <a:p>
            <a:pPr marL="457200" lvl="1" indent="0" algn="just">
              <a:lnSpc>
                <a:spcPct val="90000"/>
              </a:lnSpc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>
                <a:solidFill>
                  <a:schemeClr val="tx2">
                    <a:lumMod val="50000"/>
                  </a:schemeClr>
                </a:solidFill>
              </a:rPr>
              <a:t>	</a:t>
            </a:r>
            <a:r>
              <a:rPr lang="en-US" sz="2800" b="1">
                <a:solidFill>
                  <a:schemeClr val="tx2">
                    <a:lumMod val="50000"/>
                  </a:schemeClr>
                </a:solidFill>
              </a:rPr>
              <a:t>Our Contribution: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/>
              <a:t>Implemented and evaluated baseline models: Qwen, </a:t>
            </a:r>
            <a:r>
              <a:rPr lang="en-US" sz="1800" err="1"/>
              <a:t>LLaMA</a:t>
            </a:r>
            <a:r>
              <a:rPr lang="en-US" sz="1800"/>
              <a:t>, and </a:t>
            </a:r>
            <a:r>
              <a:rPr lang="en-US" sz="1800" err="1"/>
              <a:t>DeBERTa</a:t>
            </a:r>
            <a:r>
              <a:rPr lang="en-US" sz="180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/>
              <a:t>Analyzed model performance on the </a:t>
            </a:r>
            <a:r>
              <a:rPr lang="en-US" sz="1800" err="1"/>
              <a:t>SemEval</a:t>
            </a:r>
            <a:r>
              <a:rPr lang="en-US" sz="1800"/>
              <a:t> 2026 AER dataset.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/>
              <a:t>Identified strengths and limitations of on model baseline models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/>
              <a:t>Insights from baselines guide future improvements, e.g., Chain-of-Thought tree reasoning.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56495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255943"/>
            <a:ext cx="3588597" cy="133084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400" b="1"/>
              <a:t>WHAT IS ABDUCTIVE REASONING?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159" y="1745189"/>
            <a:ext cx="5299504" cy="4452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/>
              <a:t>Definition:</a:t>
            </a:r>
            <a:endParaRPr lang="en-US" sz="1600"/>
          </a:p>
          <a:p>
            <a:r>
              <a:rPr lang="en-US" sz="1600"/>
              <a:t>Inferring the most plausible cause of an event from incomplete information.</a:t>
            </a:r>
          </a:p>
          <a:p>
            <a:r>
              <a:rPr lang="en-US" sz="1600"/>
              <a:t>Goes beyond extraction or summarization to structured causal reasoning.</a:t>
            </a:r>
          </a:p>
          <a:p>
            <a:pPr marL="0" indent="0">
              <a:buNone/>
            </a:pPr>
            <a:r>
              <a:rPr lang="en-US" sz="1600" b="1"/>
              <a:t>Key Features:</a:t>
            </a:r>
            <a:endParaRPr lang="en-US" sz="1600"/>
          </a:p>
          <a:p>
            <a:r>
              <a:rPr lang="en-US" sz="1600"/>
              <a:t>Combines context, background knowledge, and hypothesis evaluation.</a:t>
            </a:r>
          </a:p>
          <a:p>
            <a:r>
              <a:rPr lang="en-US" sz="1600"/>
              <a:t>Mirrors human reasoning under uncertainty.</a:t>
            </a:r>
          </a:p>
          <a:p>
            <a:pPr marL="0" indent="0">
              <a:buNone/>
            </a:pPr>
            <a:r>
              <a:rPr lang="en-US" sz="1600" b="1"/>
              <a:t>Importance:</a:t>
            </a:r>
            <a:endParaRPr lang="en-US" sz="1600"/>
          </a:p>
          <a:p>
            <a:r>
              <a:rPr lang="en-US" sz="1600"/>
              <a:t>Tests LLMs’ ability for real-world causal inference.</a:t>
            </a:r>
          </a:p>
          <a:p>
            <a:r>
              <a:rPr lang="en-US" sz="1600"/>
              <a:t>Applications: crisis response, policy analysis, misinformation detection.</a:t>
            </a:r>
          </a:p>
          <a:p>
            <a:r>
              <a:rPr lang="en-US" sz="1600"/>
              <a:t>Highlights LLM limitations: semantic distraction and plausible-but-incorrect answers.</a:t>
            </a:r>
          </a:p>
        </p:txBody>
      </p:sp>
      <p:pic>
        <p:nvPicPr>
          <p:cNvPr id="12" name="Picture 11" descr="Different colored question marks">
            <a:extLst>
              <a:ext uri="{FF2B5EF4-FFF2-40B4-BE49-F238E27FC236}">
                <a16:creationId xmlns:a16="http://schemas.microsoft.com/office/drawing/2014/main" id="{CDDDC22E-D2CB-D837-3C33-6BE8A05AD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449" r="34016" b="1"/>
          <a:stretch>
            <a:fillRect/>
          </a:stretch>
        </p:blipFill>
        <p:spPr>
          <a:xfrm>
            <a:off x="5652487" y="717012"/>
            <a:ext cx="2569177" cy="54461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407300"/>
            <a:ext cx="3153897" cy="1330839"/>
          </a:xfrm>
        </p:spPr>
        <p:txBody>
          <a:bodyPr>
            <a:normAutofit fontScale="90000"/>
          </a:bodyPr>
          <a:lstStyle/>
          <a:p>
            <a:r>
              <a:rPr lang="en-US" b="1"/>
              <a:t>DATASET AND EVALUATION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32" y="2194102"/>
            <a:ext cx="2902393" cy="3908586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sz="1700"/>
              <a:t>Real-world event–cause pairs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70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/>
              <a:t>Multiple-choice format: one correct cause, distractor causes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70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/>
              <a:t>Challenges: subtle semantics, long-range context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700"/>
          </a:p>
          <a:p>
            <a:pPr lvl="1">
              <a:buFont typeface="Wingdings" panose="05000000000000000000" pitchFamily="2" charset="2"/>
              <a:buChar char="§"/>
            </a:pPr>
            <a:endParaRPr lang="en-US" sz="170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47E8955-FCD7-C6E6-4360-120994CEA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547" y="469121"/>
            <a:ext cx="4616356" cy="4166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85799E-ABE2-627C-2E31-98F21EAAA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334" y="4445237"/>
            <a:ext cx="3246401" cy="21337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F9E9A8-1ACF-7C1D-DF1E-617B950CD89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096" t="1862" r="6266"/>
          <a:stretch>
            <a:fillRect/>
          </a:stretch>
        </p:blipFill>
        <p:spPr>
          <a:xfrm>
            <a:off x="0" y="550606"/>
            <a:ext cx="9144000" cy="586811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3031" y="1885950"/>
            <a:ext cx="6379369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AEE8C-2EEE-72B0-5FB4-7B6E48B8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032" y="2247900"/>
            <a:ext cx="6357938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>
                <a:solidFill>
                  <a:schemeClr val="tx1">
                    <a:lumMod val="75000"/>
                    <a:lumOff val="25000"/>
                  </a:schemeClr>
                </a:solidFill>
              </a:rPr>
              <a:t>BASELINE AND EXPERIMENTAL SETUP</a:t>
            </a:r>
          </a:p>
        </p:txBody>
      </p:sp>
    </p:spTree>
    <p:extLst>
      <p:ext uri="{BB962C8B-B14F-4D97-AF65-F5344CB8AC3E}">
        <p14:creationId xmlns:p14="http://schemas.microsoft.com/office/powerpoint/2010/main" val="409302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3958402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263" y="1562100"/>
            <a:ext cx="2846731" cy="37338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BASELINE MODELS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E26B69C-6D23-9438-0540-AF2D0FB44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11257" y="206475"/>
            <a:ext cx="5188881" cy="66515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Qwen3-30</a:t>
            </a:r>
            <a:r>
              <a:rPr lang="en-US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B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Best performer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Strong contextual understanding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Stable outputs for long abductive prompts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Most reliable single-answer generation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Llama-3.1-8B-Instruct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High generative quality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Issues with multiple outputs or over-generation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Stability concerns on long abductive tasks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b="1" err="1">
                <a:solidFill>
                  <a:schemeClr val="tx1">
                    <a:lumMod val="85000"/>
                    <a:lumOff val="15000"/>
                  </a:schemeClr>
                </a:solidFill>
              </a:rPr>
              <a:t>DeBERTa</a:t>
            </a: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 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Strong semantic understanding and matching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Struggled with implicit causal reasoning compared to Qwen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0" indent="0" algn="ctr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400" b="1">
                <a:solidFill>
                  <a:schemeClr val="tx1">
                    <a:lumMod val="85000"/>
                    <a:lumOff val="15000"/>
                  </a:schemeClr>
                </a:solidFill>
              </a:rPr>
              <a:t>Reason for Selection:</a:t>
            </a:r>
            <a:endParaRPr lang="en-US" altLang="en-US" sz="2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Evaluate diverse model architectures: generative (Qwen, </a:t>
            </a:r>
            <a:r>
              <a:rPr lang="en-US" altLang="en-US" sz="160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LLaMA</a:t>
            </a: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) vs. encoder (</a:t>
            </a:r>
            <a:r>
              <a:rPr lang="en-US" altLang="en-US" sz="160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DeBERTa</a:t>
            </a: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) 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Test different strengths: reasoning ability, stability, multiple-choice handling 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Establish a reliable baseline for </a:t>
            </a:r>
            <a:r>
              <a:rPr lang="en-US" altLang="en-US" sz="160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SemEval</a:t>
            </a: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2026 Task 12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520FA-764C-B054-5E35-7E6CE279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79" y="693176"/>
            <a:ext cx="3060272" cy="1708242"/>
          </a:xfrm>
        </p:spPr>
        <p:txBody>
          <a:bodyPr anchor="ctr">
            <a:normAutofit/>
          </a:bodyPr>
          <a:lstStyle/>
          <a:p>
            <a:r>
              <a:rPr lang="en-US" sz="3500" b="1" dirty="0"/>
              <a:t>Baseline Prompting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CEAF6-4E07-B90D-EAD7-1F56B3D4D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2480077"/>
            <a:ext cx="3060271" cy="3769834"/>
          </a:xfrm>
        </p:spPr>
        <p:txBody>
          <a:bodyPr anchor="ctr">
            <a:normAutofit/>
          </a:bodyPr>
          <a:lstStyle/>
          <a:p>
            <a:r>
              <a:rPr lang="en-US" sz="1700" dirty="0"/>
              <a:t>Zero-Shot Prompts</a:t>
            </a:r>
          </a:p>
          <a:p>
            <a:r>
              <a:rPr lang="en-US" sz="1700" dirty="0"/>
              <a:t>Few-Shot Prompts</a:t>
            </a:r>
          </a:p>
          <a:p>
            <a:r>
              <a:rPr lang="en-US" sz="1700" dirty="0"/>
              <a:t>Multi-Expert Prompting</a:t>
            </a:r>
          </a:p>
          <a:p>
            <a:pPr marL="457200" lvl="1" indent="0">
              <a:buNone/>
            </a:pPr>
            <a:endParaRPr lang="en-US" sz="17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50" y="0"/>
            <a:ext cx="50863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lose-up of a computer screen">
            <a:extLst>
              <a:ext uri="{FF2B5EF4-FFF2-40B4-BE49-F238E27FC236}">
                <a16:creationId xmlns:a16="http://schemas.microsoft.com/office/drawing/2014/main" id="{5412E014-26FF-A5F5-1D54-C6828DA9E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7" r="2474"/>
          <a:stretch>
            <a:fillRect/>
          </a:stretch>
        </p:blipFill>
        <p:spPr>
          <a:xfrm>
            <a:off x="3185652" y="383458"/>
            <a:ext cx="5732206" cy="63152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3437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74" y="67408"/>
            <a:ext cx="6196478" cy="6963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FUTURE WORK  : Chain-of-Thought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774" y="679766"/>
            <a:ext cx="6196478" cy="165464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1700" dirty="0"/>
          </a:p>
          <a:p>
            <a:r>
              <a:rPr lang="en-US" sz="1700" dirty="0"/>
              <a:t>Inspired by paper-Advancing Reasoning in Large Language Models(</a:t>
            </a:r>
            <a:r>
              <a:rPr lang="en-US" sz="1700" dirty="0">
                <a:hlinkClick r:id="rId2"/>
              </a:rPr>
              <a:t>Paper</a:t>
            </a:r>
            <a:r>
              <a:rPr lang="en-US" sz="1700" dirty="0"/>
              <a:t>)</a:t>
            </a:r>
          </a:p>
          <a:p>
            <a:r>
              <a:rPr lang="en-US" sz="1700" dirty="0"/>
              <a:t>Tree-based exploration of multiple hypothesis paths</a:t>
            </a:r>
          </a:p>
          <a:p>
            <a:r>
              <a:rPr lang="en-US" sz="1700" dirty="0"/>
              <a:t>Goal: Improve causal inference and reduce model uncertainty</a:t>
            </a:r>
          </a:p>
        </p:txBody>
      </p:sp>
      <p:pic>
        <p:nvPicPr>
          <p:cNvPr id="6" name="Picture 5" descr="A diagram of a process">
            <a:extLst>
              <a:ext uri="{FF2B5EF4-FFF2-40B4-BE49-F238E27FC236}">
                <a16:creationId xmlns:a16="http://schemas.microsoft.com/office/drawing/2014/main" id="{FBA4D39B-792C-FDD7-03D8-A806B8A305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56"/>
          <a:stretch>
            <a:fillRect/>
          </a:stretch>
        </p:blipFill>
        <p:spPr>
          <a:xfrm>
            <a:off x="796066" y="2334409"/>
            <a:ext cx="6579656" cy="39085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 b="1"/>
              <a:t>NEXT STEPS</a:t>
            </a:r>
          </a:p>
        </p:txBody>
      </p: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4FBF636A-D0D7-B85F-8BFB-FC57F65AB0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77398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4DEF-A417-A181-4F7A-AB3D8BA1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74" y="4332903"/>
            <a:ext cx="8229600" cy="1143000"/>
          </a:xfrm>
        </p:spPr>
        <p:txBody>
          <a:bodyPr/>
          <a:lstStyle/>
          <a:p>
            <a:r>
              <a:rPr lang="en-US" b="1"/>
              <a:t>THANK YOU</a:t>
            </a:r>
          </a:p>
        </p:txBody>
      </p:sp>
      <p:pic>
        <p:nvPicPr>
          <p:cNvPr id="5" name="Content Placeholder 4" descr="A cartoon of a blue worm">
            <a:extLst>
              <a:ext uri="{FF2B5EF4-FFF2-40B4-BE49-F238E27FC236}">
                <a16:creationId xmlns:a16="http://schemas.microsoft.com/office/drawing/2014/main" id="{2FCC30FA-C5D4-7C4F-13F5-3963EFD45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8482" y="6218"/>
            <a:ext cx="9135518" cy="3582556"/>
          </a:xfrm>
        </p:spPr>
      </p:pic>
    </p:spTree>
    <p:extLst>
      <p:ext uri="{BB962C8B-B14F-4D97-AF65-F5344CB8AC3E}">
        <p14:creationId xmlns:p14="http://schemas.microsoft.com/office/powerpoint/2010/main" val="177765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588</Words>
  <Application>Microsoft Office PowerPoint</Application>
  <PresentationFormat>On-screen Show (4:3)</PresentationFormat>
  <Paragraphs>85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Office Theme</vt:lpstr>
      <vt:lpstr>SemEval 2026  Abductive Event Reasoning: Towards Real-World Event Causal Inference for Large Language Models  </vt:lpstr>
      <vt:lpstr>TASK OVERVIEW</vt:lpstr>
      <vt:lpstr>WHAT IS ABDUCTIVE REASONING?</vt:lpstr>
      <vt:lpstr>DATASET AND EVALUATION </vt:lpstr>
      <vt:lpstr>BASELINE AND EXPERIMENTAL SETUP</vt:lpstr>
      <vt:lpstr>BASELINE MODELS</vt:lpstr>
      <vt:lpstr>Baseline Prompting Strategies</vt:lpstr>
      <vt:lpstr>FUTURE WORK  : Chain-of-Thought</vt:lpstr>
      <vt:lpstr>NEXT STEPS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Shashikala</dc:creator>
  <cp:keywords/>
  <dc:description>generated using python-pptx</dc:description>
  <cp:lastModifiedBy>Shashikala Sewwandi Alawaththa Kankanamge</cp:lastModifiedBy>
  <cp:revision>5</cp:revision>
  <dcterms:created xsi:type="dcterms:W3CDTF">2013-01-27T09:14:16Z</dcterms:created>
  <dcterms:modified xsi:type="dcterms:W3CDTF">2025-11-27T18:43:53Z</dcterms:modified>
  <cp:category/>
</cp:coreProperties>
</file>